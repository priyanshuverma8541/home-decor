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orient="vert" idx="1"/>
          </p:nvPr>
        </p:nvSpPr>
        <p:spPr/>
        <p:txBody>
          <a:bodyPr/>
          <a:p>
            <a:pPr marL="0" indent="0">
              <a:buNone/>
            </a:pPr>
            <a:endParaRPr lang="en-IN" altLang="en-US"/>
          </a:p>
        </p:txBody>
      </p:sp>
      <p:pic>
        <p:nvPicPr>
          <p:cNvPr id="6" name="Picture 5" descr="Screenshot 2024-08-22 2206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78395" cy="6857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priya</dc:creator>
  <cp:lastModifiedBy>priya</cp:lastModifiedBy>
  <cp:revision>1</cp:revision>
  <dcterms:created xsi:type="dcterms:W3CDTF">2024-08-22T16:39:25Z</dcterms:created>
  <dcterms:modified xsi:type="dcterms:W3CDTF">2024-08-22T16:39:25Z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9D48527751824C3DAC71BA0B1161AABB_11</vt:lpwstr>
  </property>
  <property fmtid="{D5CDD505-2E9C-101B-9397-08002B2CF9AE}" pid="3" name="KSOProductBuildVer">
    <vt:lpwstr>1033-12.2.0.17562</vt:lpwstr>
  </property>
</Properties>
</file>